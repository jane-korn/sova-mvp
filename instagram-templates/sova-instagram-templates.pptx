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9144000"/>
  <p:notesSz cx="9144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828"/>
    <a:srgbClr val="EAFF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47" d="100"/>
          <a:sy n="47" d="100"/>
        </p:scale>
        <p:origin x="184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5300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 1: Dark - Full Logo &amp; Lines
To add text:
1. Insert &gt; Text Box
2. Type your content
3. Format using Sova brand colors:
   - Light green: #eaffc4 (for dark backgrounds)
   - Brown: #2d2828 (for light backgrounds)
   - Sage: #b8d78f (accent)
   - Cream: #f5f5dc
4. Recommended fonts: Outfit, Arial, or Helvetica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 2: Light - Brown Logo &amp; Lines
To add text:
1. Insert &gt; Text Box
2. Type your content
3. Format using Sova brand colors:
   - Light green: #eaffc4 (for dark backgrounds)
   - Brown: #2d2828 (for light backgrounds)
   - Sage: #b8d78f (accent)
   - Cream: #f5f5dc
4. Recommended fonts: Outfit, Arial, or Helvetica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 3: Dark - Bird Watermark
To add text:
1. Insert &gt; Text Box
2. Type your content
3. Format using Sova brand colors:
   - Light green: #eaffc4 (for dark backgrounds)
   - Brown: #2d2828 (for light backgrounds)
   - Sage: #b8d78f (accent)
   - Cream: #f5f5dc
4. Recommended fonts: Outfit, Arial, or Helvetica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 4: Light - Bird Watermark
To add text:
1. Insert &gt; Text Box
2. Type your content
3. Format using Sova brand colors:
   - Light green: #eaffc4 (for dark backgrounds)
   - Brown: #2d2828 (for light backgrounds)
   - Sage: #b8d78f (accent)
   - Cream: #f5f5dc
4. Recommended fonts: Outfit, Arial, or Helvetica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anek/sova-mvp/instagram-templates/blank_template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64AE584-5481-52E0-1C15-1AC21BBC3ED7}"/>
              </a:ext>
            </a:extLst>
          </p:cNvPr>
          <p:cNvSpPr txBox="1"/>
          <p:nvPr/>
        </p:nvSpPr>
        <p:spPr>
          <a:xfrm>
            <a:off x="1009935" y="2276605"/>
            <a:ext cx="7219666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4000" dirty="0">
                <a:solidFill>
                  <a:srgbClr val="EAFFC4"/>
                </a:solidFill>
                <a:latin typeface="Montserrat" pitchFamily="2" charset="0"/>
              </a:rPr>
              <a:t>In Australia, nearly 450,000 businesses are registered annually.</a:t>
            </a:r>
          </a:p>
          <a:p>
            <a:pPr algn="just"/>
            <a:endParaRPr lang="en-US" sz="4000" dirty="0">
              <a:solidFill>
                <a:srgbClr val="EAFFC4"/>
              </a:solidFill>
              <a:latin typeface="Montserrat" pitchFamily="2" charset="0"/>
            </a:endParaRPr>
          </a:p>
          <a:p>
            <a:pPr algn="r"/>
            <a:r>
              <a:rPr lang="en-US" sz="4000" dirty="0">
                <a:solidFill>
                  <a:srgbClr val="EAFFC4"/>
                </a:solidFill>
                <a:latin typeface="Montserrat" pitchFamily="2" charset="0"/>
              </a:rPr>
              <a:t>	</a:t>
            </a:r>
            <a:r>
              <a:rPr lang="en-US" sz="4000">
                <a:solidFill>
                  <a:srgbClr val="EAFFC4"/>
                </a:solidFill>
                <a:latin typeface="Montserrat" pitchFamily="2" charset="0"/>
              </a:rPr>
              <a:t>	</a:t>
            </a:r>
          </a:p>
          <a:p>
            <a:pPr algn="r"/>
            <a:r>
              <a:rPr lang="en-US" sz="3600">
                <a:solidFill>
                  <a:srgbClr val="EAFFC4"/>
                </a:solidFill>
                <a:latin typeface="Montserrat" pitchFamily="2" charset="0"/>
              </a:rPr>
              <a:t>(</a:t>
            </a:r>
            <a:r>
              <a:rPr lang="en-US" sz="3600" dirty="0">
                <a:solidFill>
                  <a:srgbClr val="EAFFC4"/>
                </a:solidFill>
                <a:latin typeface="Montserrat" pitchFamily="2" charset="0"/>
              </a:rPr>
              <a:t>ABS, 2024; ASIC, 2025)</a:t>
            </a:r>
            <a:endParaRPr lang="en-AU" sz="4000" dirty="0">
              <a:solidFill>
                <a:srgbClr val="EAFFC4"/>
              </a:solidFill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anek/sova-mvp/instagram-templates/blank_template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32F41B-E3A0-EC50-1D7F-827FE5E32744}"/>
              </a:ext>
            </a:extLst>
          </p:cNvPr>
          <p:cNvSpPr txBox="1"/>
          <p:nvPr/>
        </p:nvSpPr>
        <p:spPr>
          <a:xfrm>
            <a:off x="1009935" y="2276605"/>
            <a:ext cx="7219666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4400" dirty="0"/>
              <a:t>Almost 48% of new Australian businesses fail within their first four years, and only 77% survive the first 12 months. </a:t>
            </a:r>
          </a:p>
          <a:p>
            <a:pPr algn="just"/>
            <a:endParaRPr lang="en-US" sz="4400" dirty="0"/>
          </a:p>
          <a:p>
            <a:pPr algn="r"/>
            <a:r>
              <a:rPr lang="en-US" sz="4400" dirty="0"/>
              <a:t>Inside Small Business (2022)</a:t>
            </a:r>
            <a:endParaRPr lang="en-AU" sz="4400" dirty="0">
              <a:solidFill>
                <a:srgbClr val="2D2828"/>
              </a:solidFill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anek/sova-mvp/instagram-templates/blank_template_dark_water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E04B197-AE71-E891-5959-68C0327127CF}"/>
              </a:ext>
            </a:extLst>
          </p:cNvPr>
          <p:cNvSpPr txBox="1"/>
          <p:nvPr/>
        </p:nvSpPr>
        <p:spPr>
          <a:xfrm>
            <a:off x="962167" y="1362204"/>
            <a:ext cx="7219666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EAFFC4"/>
                </a:solidFill>
                <a:latin typeface="Montserrat" pitchFamily="2" charset="0"/>
              </a:rPr>
              <a:t>Startup founders need to understand the reasons that startups fail and implement all necessary measures to avoid the pitfalls that most businesses encounter.	</a:t>
            </a:r>
          </a:p>
          <a:p>
            <a:endParaRPr lang="en-US" sz="4000" dirty="0">
              <a:solidFill>
                <a:srgbClr val="EAFFC4"/>
              </a:solidFill>
              <a:latin typeface="Montserrat" pitchFamily="2" charset="0"/>
            </a:endParaRPr>
          </a:p>
          <a:p>
            <a:pPr algn="r"/>
            <a:r>
              <a:rPr lang="en-US" sz="4000" dirty="0">
                <a:solidFill>
                  <a:srgbClr val="EAFFC4"/>
                </a:solidFill>
                <a:latin typeface="Montserrat" pitchFamily="2" charset="0"/>
              </a:rPr>
              <a:t>Exploding Topics,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anek/sova-mvp/instagram-templates/blank_template_light_water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89D2A09-C507-4635-C8DF-BD324FC7A5CE}"/>
              </a:ext>
            </a:extLst>
          </p:cNvPr>
          <p:cNvSpPr txBox="1"/>
          <p:nvPr/>
        </p:nvSpPr>
        <p:spPr>
          <a:xfrm>
            <a:off x="1009935" y="1826227"/>
            <a:ext cx="721966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With the right approach, you can increase your chances of success despite the odds.	</a:t>
            </a:r>
          </a:p>
          <a:p>
            <a:endParaRPr lang="en-US" sz="4800" dirty="0"/>
          </a:p>
          <a:p>
            <a:pPr algn="r"/>
            <a:r>
              <a:rPr lang="en-US" sz="4800" dirty="0"/>
              <a:t>HubSpot, 2023</a:t>
            </a:r>
          </a:p>
          <a:p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464</Words>
  <Application>Microsoft Office PowerPoint</Application>
  <PresentationFormat>Custom</PresentationFormat>
  <Paragraphs>21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Instagram Post Templates</dc:title>
  <dc:subject>PptxGenJS Presentation</dc:subject>
  <dc:creator>Sova</dc:creator>
  <cp:lastModifiedBy>Jane Korneyko</cp:lastModifiedBy>
  <cp:revision>4</cp:revision>
  <dcterms:created xsi:type="dcterms:W3CDTF">2025-11-24T04:59:39Z</dcterms:created>
  <dcterms:modified xsi:type="dcterms:W3CDTF">2025-11-24T05:27:37Z</dcterms:modified>
</cp:coreProperties>
</file>